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V1-era score</c:v>
                </c:pt>
              </c:strCache>
            </c:strRef>
          </c:tx>
          <c:spPr>
            <a:solidFill>
              <a:srgbClr val="B9A6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Capgemini-like
(real partner profile)</c:v>
                  </c:pt>
                  <c:pt idx="1">
                    <c:v>Apollo Tyres-like
(health-only CSR)</c:v>
                  </c:pt>
                  <c:pt idx="2">
                    <c:v>Diageo-like
(vocational skilling)</c:v>
                  </c:pt>
                  <c:pt idx="3">
                    <c:v>Healthcare control
(must stay low)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</c:v>
                </c:pt>
                <c:pt idx="1">
                  <c:v>60</c:v>
                </c:pt>
                <c:pt idx="2">
                  <c:v>75</c:v>
                </c:pt>
                <c:pt idx="3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score</c:v>
                </c:pt>
              </c:strCache>
            </c:strRef>
          </c:tx>
          <c:spPr>
            <a:solidFill>
              <a:srgbClr val="4B2E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Capgemini-like
(real partner profile)</c:v>
                  </c:pt>
                  <c:pt idx="1">
                    <c:v>Apollo Tyres-like
(health-only CSR)</c:v>
                  </c:pt>
                  <c:pt idx="2">
                    <c:v>Diageo-like
(vocational skilling)</c:v>
                  </c:pt>
                  <c:pt idx="3">
                    <c:v>Healthcare control
(must stay low)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83</c:v>
                </c:pt>
                <c:pt idx="1">
                  <c:v>40</c:v>
                </c:pt>
                <c:pt idx="2">
                  <c:v>50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 CSR Research Agent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834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V2 : what changed, and why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keyword matcher to an evidence-disciplined research engine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· The Apprentice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V1 stood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5389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research sources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343400" y="1453896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CSR page, MCA CSR-2, National CSR Portal, annual report, funded partners, LinkedIn decision-makers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68833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43400" y="2688336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EvidencedFact contract: every claim carried a source URL + verbatim excerpt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2277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6-dimension score / 100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43400" y="3922776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40 · Adjacency 20 · Geography 10 · Maturity 10 · Budget 10 · Source 10 — pure keyword matching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57216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modes, two reports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43400" y="5157216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Screening + Deep Research · DOCX brief and HTML report · Streamlit UI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foundation — V2 keeps the zero-hallucination architecture and rebuilds the judgment on top of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V1 wasn't enough — five failures we hit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280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partners under-scored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029200" y="12801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— an actual TAP partner — scored 77/100: keywords missed 'digital inclusion'-style language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1343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Non-fits over-scored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029200" y="231343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Tyres (trucker healthcare) hit 60; Diageo (vocational skilling) hit 75 — stray keywords, no sense of proportion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34670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out of context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0" y="3346704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'maker' matched a patent-litigation story as STEM; 'education' matched a website navigation bar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71416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37997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verdicts per run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029200" y="4379976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said 92/100 fast-track; XLSX said Worth Hunting 3.0/5; HTML showed both — opposite actions from one run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04688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41324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ceiling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029200" y="5413248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cannot run on Vercel, where the org wanted the tool hosted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engine: rebuilt around what partners look like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6126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8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alignment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Adjacency-aware uplift; softened depth penalty; higher points for supporter keywords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core — slightly rebalanced toward partner similarity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similarity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NEW: 8 traits researched from TAP's six real partners (NGO funding, digital skilling, STEM, volunteering…)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/ Maturity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Rebalanced to fund the new 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/ Source quality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budgets shouldn't mask weak alignment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company can reach Strong Fit two ways — direct mission keywords, or looking like the partners who already fund TAP.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new judgment layers (each fixes a real miss)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semantic scoring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Groq/Llama reads evidence against TAP's mission + real-partner profile — 'digital inclusion' now counts as digital literacy. Can only raise, never lower.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Capgemini under-scoring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8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55448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Education-dominance dampener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0116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education's share of the CSR portfolio; stray keywords in a health-dominant portfolio no longer score like an education funder.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Apollo Tyres 60 → 40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employability cap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signals outweighing school-level signals cap the score at 50 — works without the LLM.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Diageo 75 → 50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379476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8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9776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Indirect-alignment ceiling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44348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Adjacency-uplifted (indirect) scores cap at 89 — the top tier stays reserved for direct mission matches.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5532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the Priority tier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Calibration: the misses, before and after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686800" y="1371600"/>
            <a:ext cx="2926080" cy="4846320"/>
          </a:xfrm>
          <a:prstGeom prst="roundRect">
            <a:avLst>
              <a:gd name="adj" fmla="val 2500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15400" y="1645920"/>
            <a:ext cx="2468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
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fits rise, false positives fall, controls hold.
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comes from the repeatable test suite (test_calibration.py + controls) run on both engines.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manual methodology is now in the tool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manual research template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criteria, each scored 0–5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intervention not scholarship — the decisive filter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TAP-like organisations — the best single tell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→ verdict: Priority Hunt / Worth Hunting / Conditional Fit / Low Priority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written as 'to confirm' — never filled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8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V2 does with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all 8 criteria automatically from the same fetched evidence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verdict per run — the scorecard is the single source of truth; the 0–100 is a diagnostic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identically on the website, DOCX, HTML, XLSX and JSON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7-sheet deep-dive base (Verdict → Sources) as Excel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drafts, a person verifies — built into every output's framing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discipline: matches must mean something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2801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counts only within ±300 chars of CSR/education context — a patent story can no longer score as 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31343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rejection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54880" y="231343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Title-Case, punctuation-free passages (menus, nav bars) are rejected as evidence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346704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must be names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54880" y="3346704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Person-name pattern + junk-word blocklist — no more 'to Present' as a decision-maker; roles cut at the next name boundary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71416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379976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company only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754880" y="4379976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Delivery-model and programme evidence excludes LinkedIn profile text — a NatWest profile can't define Ericsson's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0468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54132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verification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754880" y="541324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states: VERIFIED (in context) · CONTEXT UNVERIFIED · CHECK MANUALLY — no more false 100% pass rates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policy: no assertion without a source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DECE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V1/early-V2 defect:  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"Ericsson is an EXISTING TAP COLLABORATING PARTNER — relationship already proven" — asserted in three outputs with zero citation. Ericsson is not a TAP partner.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EAF7E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52044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policy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claim cannot be traced to fetched text, it does not render. </a:t>
            </a:r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partner list no longer touches the score and never appears in prose — it survives only as a JSON annotation explicitly labelled "tool configuration, not a finding". Executive Summary and Strategic Insight follow the same source + verbatim-excerpt discipline as every other section. Unverifiable items render as "to confirm", with where to confirm them.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Outputs: one result, four consistent documents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1417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chip + methodology scorecard + engine diagnostics; results survive download clicks (session-cache fix)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8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0487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brief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240487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with the methodology verdict; 8-criteria table with amber 'to confirm' cells; engine score demoted to diagnostic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9242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39242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verdict headline; self-contained file for email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8F7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7997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deep-dive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437997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the 7-sheet methodology base — Verdict, Fit, Evidence, Ledger, Approach, Open Questions, Sources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27608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367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536752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verdict object naming its source: methodology_scorecard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B2E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Platform: Streamlit Cloud → Flask on Vercel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EDE9F8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on Streamlit Cloud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server, session state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clicks reset the whole page (rerun bug)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deploy to Vercel at all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EAF7E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0" y="20574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(api/index.py) + server-rendered UI (webui.py)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on Vercel — 300s Fluid compute budget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by design: reports generated in-request and embedded as downloads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modules untouched — only the UI layer was rewritten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V2 stands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D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verdict per run, derived from the team's own methodology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D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calibrated against real partners and real non-fits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D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rendered claim traceable to fetched text — or marked 'to confirm'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D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serverless Flask app on Vercel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B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Cross-funder summary scorecard and Loom-script draft (methodology steps 2–3)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suite of 12 known companies run on every calibration change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verify step stays the job: engine drafts, a person checks every figure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2026-07-17T05:49:13Z</dcterms:created>
  <dcterms:modified xsi:type="dcterms:W3CDTF">2026-07-17T05:49:13Z</dcterms:modified>
</cp:coreProperties>
</file>